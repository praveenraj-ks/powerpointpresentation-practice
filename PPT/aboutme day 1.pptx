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10FF-E177-B3D6-0789-8EE196665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8EB52-E67E-0C18-DB48-CACD03FAC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3F2F0-EB73-F391-E7C1-1BC5694A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39775-3A01-47FD-98E0-D58967EC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D01A5-DAD7-8223-C839-3EFD471E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89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95F5-9A1C-6339-5020-01ADDEF7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FE54E-21C4-A1B6-18DB-8AEA0555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7672-7BDF-C96B-C347-EB735331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07163-A285-A350-8856-155044CE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61628-8038-BD40-DEFE-31CAF2953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3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FAF3-C65E-7182-BF82-5FA4A979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61206-F3A5-D6B0-0995-7C051466F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1889B-1DB5-936F-1D52-B5B469A8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C55DD-4A75-C146-1ACF-48499713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D8D79-27ED-CA72-9876-A04CFA3C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01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DE2F-320A-39BE-EB7A-E8184924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1D2A-7AA1-98AA-1832-5C850CA93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A8EBE-B9B2-B690-3B3E-A3123881A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7E7F2-80BA-C067-664E-DB9B689A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1B700-7B96-198E-2E71-98FB428A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C1A93-4715-6FF6-8446-71AF9BF0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2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518A-9100-DFAB-9DA5-50610051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862BC-7F52-BCE9-32C1-5D584430A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4002B-DC2F-73AC-B64E-C9EE50D64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58AE1-6C31-8E01-5A1F-1F653C481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462B6-2064-5B34-E210-FF942D091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02FD3-268D-BDB3-757E-4E8E7A26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CB715-723B-D0E4-8478-6A973667C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7D688-A64D-6729-50F0-FBED577A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17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E608-6866-EF59-E5CA-F83EFE1E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1DA16-102A-545D-40C4-6B185AE3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8814C-73DD-8FBE-9879-4B18EF21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E47C6-4C8D-4E39-13ED-863F2442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9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47443-2FB9-05BF-4D5C-E482A036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03342-9BBC-89C3-0781-B1C27EDF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54A51-2EDA-5896-B325-C2F4A396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72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D56C-3597-ABE0-79B3-5CCBFE1B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EB363-10B4-FF70-0198-C4A6A1583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BC1CA-017F-50FE-2D2C-AFD9AC26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63787-AF3A-485E-4651-8D061DA3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36AB4-3271-57C9-6423-2EC82DE3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0FC79-D829-89D7-1825-B02BB892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85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126E-65B0-3A1A-A3F6-49592BB3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54E11-CA53-156F-4D0F-727AB5EA8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D5488-2816-00CF-3607-88026AE26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464FE-B169-0940-1C52-18515EFE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12ED2-5427-C27A-9819-C0F8F202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88529-46A4-27EC-4258-528AC1E7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15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4377-BDB6-4AC2-48EE-C6B38C8C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7B8D9-6060-0618-9E9B-6030E9DBF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23A6E-D4FC-93C3-225D-720F6606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632ED-25FC-66A2-C0AF-9C3A92C7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F718-04FD-8182-F5AB-E9268783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9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DE2ED-1961-6F77-B1AA-6846E45EF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B6D2B-2CF3-AF58-058B-D3CA0BFE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654CB-3DB8-CB85-32D9-563AB4BF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9E2C-8570-E9B9-53E5-58C9601C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BDCCF-DA39-EC4A-2184-86549CDD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644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72F6B-77A6-A823-82CB-A84EF0AB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6A1AF-7E27-4CF9-3875-0C1775F1E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785A-9880-5194-FC22-257C85A12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119A1-4F2F-44EE-881C-BD2CEDE85E5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A9B7-A87A-82F2-FB59-54C7F4659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F209A-DA96-017A-3B2C-14E504BF6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7D8A4-995D-4E7B-8253-0BC07EE945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69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82718F-ED33-A526-9CE9-8A10D2EFB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About me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67E6496-7615-6F7A-FEA1-3BD3DDF982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50"/>
                </a:solidFill>
              </a:rPr>
              <a:t>Praveen Raj K S</a:t>
            </a:r>
          </a:p>
        </p:txBody>
      </p:sp>
    </p:spTree>
    <p:extLst>
      <p:ext uri="{BB962C8B-B14F-4D97-AF65-F5344CB8AC3E}">
        <p14:creationId xmlns:p14="http://schemas.microsoft.com/office/powerpoint/2010/main" val="35489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DA5A00-E0A2-4753-F455-0377C469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442" y="4132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Arial Black" panose="020B0A04020102020204" pitchFamily="34" charset="0"/>
              </a:rPr>
              <a:t>My </a:t>
            </a:r>
            <a:r>
              <a:rPr lang="en-IN" sz="4800" dirty="0" err="1">
                <a:latin typeface="Arial Black" panose="020B0A04020102020204" pitchFamily="34" charset="0"/>
              </a:rPr>
              <a:t>Intoduction</a:t>
            </a:r>
            <a:endParaRPr lang="en-IN" sz="4800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C489D-89B2-7263-6F9E-F055896B1D96}"/>
              </a:ext>
            </a:extLst>
          </p:cNvPr>
          <p:cNvSpPr txBox="1"/>
          <p:nvPr/>
        </p:nvSpPr>
        <p:spPr>
          <a:xfrm>
            <a:off x="1636295" y="2662989"/>
            <a:ext cx="548419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Candara" panose="020E0502030303020204" pitchFamily="34" charset="0"/>
              </a:rPr>
              <a:t>From Madurai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Candara" panose="020E0502030303020204" pitchFamily="34" charset="0"/>
              </a:rPr>
              <a:t>First-year CSE student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 err="1">
                <a:latin typeface="Candara" panose="020E0502030303020204" pitchFamily="34" charset="0"/>
              </a:rPr>
              <a:t>Intest</a:t>
            </a:r>
            <a:r>
              <a:rPr lang="en-IN" sz="4000" dirty="0">
                <a:latin typeface="Candara" panose="020E0502030303020204" pitchFamily="34" charset="0"/>
              </a:rPr>
              <a:t> in technology </a:t>
            </a:r>
          </a:p>
        </p:txBody>
      </p:sp>
    </p:spTree>
    <p:extLst>
      <p:ext uri="{BB962C8B-B14F-4D97-AF65-F5344CB8AC3E}">
        <p14:creationId xmlns:p14="http://schemas.microsoft.com/office/powerpoint/2010/main" val="262234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EB0C-251D-296D-2170-226A63B2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My </a:t>
            </a:r>
            <a:r>
              <a:rPr lang="en-IN" sz="4800" b="1" dirty="0">
                <a:latin typeface="Arial Black" panose="020B0A04020102020204" pitchFamily="34" charset="0"/>
              </a:rPr>
              <a:t>Skills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E8291-759B-337D-1CC9-7E7C1567ED4A}"/>
              </a:ext>
            </a:extLst>
          </p:cNvPr>
          <p:cNvSpPr txBox="1"/>
          <p:nvPr/>
        </p:nvSpPr>
        <p:spPr>
          <a:xfrm>
            <a:off x="2422358" y="2644170"/>
            <a:ext cx="41549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000" dirty="0">
                <a:latin typeface="Candara" panose="020E0502030303020204" pitchFamily="34" charset="0"/>
              </a:rPr>
              <a:t>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000" dirty="0">
                <a:latin typeface="Candara" panose="020E0502030303020204" pitchFamily="34" charset="0"/>
              </a:rPr>
              <a:t>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000" dirty="0">
                <a:latin typeface="Candara" panose="020E0502030303020204" pitchFamily="34" charset="0"/>
              </a:rPr>
              <a:t>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4000" dirty="0">
                <a:latin typeface="Candara" panose="020E0502030303020204" pitchFamily="34" charset="0"/>
              </a:rPr>
              <a:t>POWERPOINT</a:t>
            </a:r>
            <a:endParaRPr lang="en-IN" sz="3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933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CBD4-039E-93FA-6E74-434CCA83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My 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2EBE9-FEC3-CDC8-7F6F-505B0AB2BA2F}"/>
              </a:ext>
            </a:extLst>
          </p:cNvPr>
          <p:cNvSpPr txBox="1"/>
          <p:nvPr/>
        </p:nvSpPr>
        <p:spPr>
          <a:xfrm>
            <a:off x="1796715" y="2117558"/>
            <a:ext cx="50241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00150" lvl="1" indent="-742950">
              <a:buFont typeface="Arial" panose="020B0604020202020204" pitchFamily="34" charset="0"/>
              <a:buChar char="•"/>
            </a:pPr>
            <a:r>
              <a:rPr lang="en-IN" sz="4400" dirty="0">
                <a:latin typeface="Candara" panose="020E0502030303020204" pitchFamily="34" charset="0"/>
              </a:rPr>
              <a:t>Shot term goal</a:t>
            </a:r>
          </a:p>
          <a:p>
            <a:pPr marL="1200150" lvl="1" indent="-742950">
              <a:buFont typeface="Arial" panose="020B0604020202020204" pitchFamily="34" charset="0"/>
              <a:buChar char="•"/>
            </a:pPr>
            <a:r>
              <a:rPr lang="en-IN" sz="4400" dirty="0">
                <a:latin typeface="Candara" panose="020E0502030303020204" pitchFamily="34" charset="0"/>
              </a:rPr>
              <a:t>Long term goal</a:t>
            </a:r>
          </a:p>
        </p:txBody>
      </p:sp>
    </p:spTree>
    <p:extLst>
      <p:ext uri="{BB962C8B-B14F-4D97-AF65-F5344CB8AC3E}">
        <p14:creationId xmlns:p14="http://schemas.microsoft.com/office/powerpoint/2010/main" val="221803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F5C1D6-B6B8-869F-B49B-17B3CFB2B2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4B042E4-3D9B-B0E7-5A2B-197718AA53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50"/>
                </a:solidFill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2496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Candara</vt:lpstr>
      <vt:lpstr>Office Theme</vt:lpstr>
      <vt:lpstr>About me </vt:lpstr>
      <vt:lpstr>My Intoduction</vt:lpstr>
      <vt:lpstr>My Skills</vt:lpstr>
      <vt:lpstr>My Goals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2026-09-20T14:51:55Z</dcterms:created>
  <dcterms:modified xsi:type="dcterms:W3CDTF">2026-09-24T14:42:47Z</dcterms:modified>
</cp:coreProperties>
</file>